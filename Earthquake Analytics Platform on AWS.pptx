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4" d="100"/>
          <a:sy n="74" d="100"/>
        </p:scale>
        <p:origin x="-1036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97E4AAE-0153-4C8D-B83C-76D93A104CEF}" type="datetimeFigureOut">
              <a:rPr lang="en-US" smtClean="0"/>
              <a:pPr/>
              <a:t>1/12/2026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6DCE1C1-859C-4F9B-9815-D41115BBA76F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1714489"/>
            <a:ext cx="7772400" cy="714379"/>
          </a:xfrm>
        </p:spPr>
        <p:txBody>
          <a:bodyPr>
            <a:normAutofit/>
          </a:bodyPr>
          <a:lstStyle/>
          <a:p>
            <a:r>
              <a:rPr lang="en-GB" sz="35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Earthquake Analytics Platform on AWS</a:t>
            </a:r>
            <a:endParaRPr lang="en-GB" sz="35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2976" y="2857496"/>
            <a:ext cx="7072362" cy="571504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Batch &amp; Streaming Data Pipelines using USGS API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4357686" y="5000636"/>
            <a:ext cx="442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Prathyusha Cherukuri  | Data Engineer</a:t>
            </a:r>
            <a:endParaRPr lang="en-GB" dirty="0"/>
          </a:p>
        </p:txBody>
      </p:sp>
      <p:pic>
        <p:nvPicPr>
          <p:cNvPr id="5" name="Picture 4" descr="Screenshot 2026-01-10 122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4643446"/>
            <a:ext cx="1797142" cy="997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010400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Problem Statement &amp; Goal</a:t>
            </a:r>
            <a:endParaRPr lang="en-GB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Earthquake data is continuously published by USGS APIs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Requires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near real-time monitoring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Requires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historical analysis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for trends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Source APIs provide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limited retention by default</a:t>
            </a:r>
          </a:p>
          <a:p>
            <a:pPr>
              <a:buClr>
                <a:schemeClr val="tx1"/>
              </a:buClr>
              <a:buNone/>
            </a:pPr>
            <a:endParaRPr lang="en-GB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Project Goal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Preserve historical earthquake data in S3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Build a streaming pipeline for latest events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Build a batch processing pipeline for analytics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Design a scalable AWS data platform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Data Source &amp; History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USGS Earthquake Data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One-month historical GeoJSON feed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Hourly incremental earthquake updates</a:t>
            </a:r>
          </a:p>
          <a:p>
            <a:pPr>
              <a:buClr>
                <a:schemeClr val="tx1"/>
              </a:buClr>
              <a:buNone/>
            </a:pPr>
            <a:endParaRPr lang="en-GB" sz="16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GB" sz="2000" b="1" dirty="0" smtClean="0">
                <a:latin typeface="Times New Roman" pitchFamily="18" charset="0"/>
                <a:cs typeface="Times New Roman" pitchFamily="18" charset="0"/>
              </a:rPr>
              <a:t>History Preservation Strategy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One-time full load using one-month JSON data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Raw data stored in Amazon S3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Enables long-term historical analytics</a:t>
            </a:r>
          </a:p>
          <a:p>
            <a:pPr>
              <a:buNone/>
            </a:pP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Architecture Overview</a:t>
            </a:r>
          </a:p>
        </p:txBody>
      </p:sp>
      <p:pic>
        <p:nvPicPr>
          <p:cNvPr id="4" name="Content Placeholder 3" descr="architectur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8662" y="1785926"/>
            <a:ext cx="7429552" cy="453867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Streaming Pipeline (Near Real-Time Processing)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buNone/>
            </a:pPr>
            <a:endParaRPr lang="en-GB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USGS API is polled every minute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Events are published to Kinesis as an internal event stream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Consumer processes events in near real time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Latest state stored in DynamoDB</a:t>
            </a:r>
          </a:p>
          <a:p>
            <a:pPr>
              <a:buNone/>
            </a:pPr>
            <a:endParaRPr lang="en-GB" dirty="0"/>
          </a:p>
        </p:txBody>
      </p:sp>
      <p:sp>
        <p:nvSpPr>
          <p:cNvPr id="5" name="Rounded Rectangle 4"/>
          <p:cNvSpPr/>
          <p:nvPr/>
        </p:nvSpPr>
        <p:spPr>
          <a:xfrm>
            <a:off x="785786" y="2143116"/>
            <a:ext cx="7643866" cy="5000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00100" y="2214554"/>
            <a:ext cx="7572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EventBridge(1 min) → Lambda (Producer) → Kinesis → Lambda (Consumer)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28670"/>
            <a:ext cx="8229600" cy="1000132"/>
          </a:xfrm>
        </p:spPr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Batch Processing &amp; Analytics</a:t>
            </a:r>
            <a:endParaRPr lang="en-GB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GB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Historical earthquake data stored in Amazon S3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AWS Glue processes data in batch mode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Data is cleaned, de-duplicated, and enriched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Curated datasets prepared for analytics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010400"/>
          </a:xfrm>
        </p:spPr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Serving Layer &amp; Dashboarding</a:t>
            </a:r>
            <a:endParaRPr lang="en-GB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357562"/>
            <a:ext cx="3571900" cy="257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5686436" cy="1422082"/>
          </a:xfrm>
        </p:spPr>
        <p:txBody>
          <a:bodyPr>
            <a:normAutofit fontScale="92500"/>
          </a:bodyPr>
          <a:lstStyle/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Amazon Athena provides a unified query layer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Curated batch and streaming data queried together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Amazon QuickSight used for interactive dashboards</a:t>
            </a:r>
          </a:p>
          <a:p>
            <a:pPr algn="just"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/>
              <a:t>Supports real-time monitoring and historical analysis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357562"/>
            <a:ext cx="421484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Monitoring, Alerts &amp; Reliability</a:t>
            </a:r>
            <a:endParaRPr lang="en-GB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CloudWatch used for Lambda and Kinesis monitoring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SNS alerts triggered for high-magnitude earthquakes (≥ 4.5)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SQS Dead Letter Queue used for low-quality or noisy events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Replay mechanism enables recovery without data loss</a:t>
            </a:r>
          </a:p>
          <a:p>
            <a:pPr>
              <a:buNone/>
            </a:pPr>
            <a:endParaRPr lang="en-GB" dirty="0"/>
          </a:p>
        </p:txBody>
      </p:sp>
      <p:pic>
        <p:nvPicPr>
          <p:cNvPr id="5" name="Picture 4" descr="Screenshot 2026-01-12 005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80" y="3500438"/>
            <a:ext cx="5286412" cy="24527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67524"/>
          </a:xfrm>
        </p:spPr>
        <p:txBody>
          <a:bodyPr>
            <a:normAutofit/>
          </a:bodyPr>
          <a:lstStyle/>
          <a:p>
            <a:pPr algn="ctr"/>
            <a:r>
              <a:rPr lang="fr-FR" sz="3600" dirty="0" smtClean="0">
                <a:latin typeface="Times New Roman" pitchFamily="18" charset="0"/>
                <a:cs typeface="Times New Roman" pitchFamily="18" charset="0"/>
              </a:rPr>
              <a:t>Infrastructure as Code (IaC) &amp; CI/CD</a:t>
            </a:r>
            <a:endParaRPr lang="en-GB" sz="3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None/>
            </a:pP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chemeClr val="tx1"/>
              </a:buClr>
              <a:buNone/>
            </a:pPr>
            <a:endParaRPr lang="en-GB" sz="1800" dirty="0" smtClean="0"/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AWS CloudFormation provisions all infrastructure as code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Infrastructure includes Lambda, Kinesis, DynamoDB, S3, IAM, SNS, SQS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AWS CodePipeline orchestrates continuous integration and deployment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AWS CodeBuild builds, packages, and deploys application artifacts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5786" y="2143116"/>
            <a:ext cx="7643866" cy="5000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857224" y="2214555"/>
            <a:ext cx="7715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Git Repo → CodePipeline → CodeBuild → CloudFormation → AWS Resources</a:t>
            </a:r>
            <a:endParaRPr lang="en-GB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67524"/>
          </a:xfrm>
        </p:spPr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Key Design Decisions</a:t>
            </a:r>
            <a:endParaRPr lang="en-GB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467236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/>
              <a:t>Streaming-first ingestion with one-time historical backfill for bootstrapping</a:t>
            </a:r>
            <a:endParaRPr lang="en-GB" sz="18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Kinesis used as internal event backbone for decoupling components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DynamoDB optimized for low-latency latest-state access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S3 used as immutable storage for scalable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67524"/>
          </a:xfrm>
        </p:spPr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Challenges &amp; Learnings</a:t>
            </a:r>
            <a:endParaRPr lang="en-GB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Handling near real-time data freshness and dashboard latency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Designing incremental processing without duplicate records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Balancing streaming and batch workloads in a single platform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Implementing robust error handling with DLQ and replay mechanisms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600" dirty="0" smtClean="0">
                <a:latin typeface="Times New Roman" pitchFamily="18" charset="0"/>
                <a:cs typeface="Times New Roman" pitchFamily="18" charset="0"/>
              </a:rPr>
              <a:t>Future Enhancements</a:t>
            </a:r>
            <a:endParaRPr lang="en-GB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Geo-partitioned data storage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to optimize regional analysis and reduce query scope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Cost optimization through intelligent retention policies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for raw and serving layers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Multi-source ingestion support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to combine USGS data with other seismic providers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Apply machine learning for </a:t>
            </a:r>
            <a:r>
              <a:rPr lang="en-GB" sz="1800" b="1" dirty="0" smtClean="0">
                <a:latin typeface="Times New Roman" pitchFamily="18" charset="0"/>
                <a:cs typeface="Times New Roman" pitchFamily="18" charset="0"/>
              </a:rPr>
              <a:t>seismic risk scoring and anomaly detection</a:t>
            </a:r>
            <a:r>
              <a:rPr lang="en-GB" sz="1800" dirty="0" smtClean="0">
                <a:latin typeface="Times New Roman" pitchFamily="18" charset="0"/>
                <a:cs typeface="Times New Roman" pitchFamily="18" charset="0"/>
              </a:rPr>
              <a:t> based on historical patterns</a:t>
            </a:r>
            <a:endParaRPr lang="en-GB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C:\Users\prath\AppData\Local\Temp\{702C1EBA-0B72-49E3-8C88-1B1657C84A9E}.tm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28" name="AutoShape 4" descr="C:\Users\prath\AppData\Local\Temp\{702C1EBA-0B72-49E3-8C88-1B1657C84A9E}.tm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0" name="AutoShape 6" descr="C:\Users\prath\AppData\Local\Temp\{0F6E00E7-BC07-440A-8279-C07F65B67D4E}.tm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32" name="AutoShape 8" descr="C:\Users\prath\AppData\Local\Temp\{0F6E00E7-BC07-440A-8279-C07F65B67D4E}.tm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1" name="Picture 10" descr="239-2394632_preguntas-thank-you-and-question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04" y="1428737"/>
            <a:ext cx="6215106" cy="37147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189</TotalTime>
  <Words>440</Words>
  <Application>Microsoft Office PowerPoint</Application>
  <PresentationFormat>On-screen Show (4:3)</PresentationFormat>
  <Paragraphs>74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Flow</vt:lpstr>
      <vt:lpstr>Earthquake Analytics Platform on AWS</vt:lpstr>
      <vt:lpstr>Problem Statement &amp; Goal</vt:lpstr>
      <vt:lpstr>Data Source &amp; History Preservation</vt:lpstr>
      <vt:lpstr>Architecture Overview</vt:lpstr>
      <vt:lpstr>Streaming Pipeline (Near Real-Time Processing)</vt:lpstr>
      <vt:lpstr>Batch Processing &amp; Analytics</vt:lpstr>
      <vt:lpstr>Serving Layer &amp; Dashboarding</vt:lpstr>
      <vt:lpstr>Monitoring, Alerts &amp; Reliability</vt:lpstr>
      <vt:lpstr>Infrastructure as Code (IaC) &amp; CI/CD</vt:lpstr>
      <vt:lpstr>Key Design Decisions</vt:lpstr>
      <vt:lpstr>Challenges &amp; Learnings</vt:lpstr>
      <vt:lpstr>Future Enhancements</vt:lpstr>
      <vt:lpstr>Slide 13</vt:lpstr>
    </vt:vector>
  </TitlesOfParts>
  <Company>HP Inc.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prathyusha cherukuri</dc:creator>
  <cp:lastModifiedBy>prathyusha cherukuri</cp:lastModifiedBy>
  <cp:revision>21</cp:revision>
  <dcterms:created xsi:type="dcterms:W3CDTF">2026-01-11T20:16:37Z</dcterms:created>
  <dcterms:modified xsi:type="dcterms:W3CDTF">2026-01-12T09:24:47Z</dcterms:modified>
</cp:coreProperties>
</file>